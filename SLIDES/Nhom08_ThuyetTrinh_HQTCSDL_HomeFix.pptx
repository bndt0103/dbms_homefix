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đề tài trong khoảng 40 giây. Nêu bài toán liên kết đơn, chứng từ và dòng tiền, không chỉ trình diễn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phạm vi đúng bản cài đặt. Không khẳng định có gọi video, cổng ví điện tử hoặc GPS liên tục.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ra nơi gọi thủ tục, nơi lưu ảnh và ranh giới giữa API với CSDL.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tích khóa ứng viên DonHangId/LanSuaDoi và lý do tách các dòng vật tư. Mở sơ đồ đầy đủ trong báo cáo khi cần.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xem một trigger gom nhóm inserted theo KyThuatVienId, giải thích vì sao không lấy một dòng tùy 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một trường hợp lỗi giữa hai bước. Phân biệt giao dịch do thủ tục mở và giao dịch ngoài do API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tests/dbms.test.js làm minh chứng; đây là hai kết nối gọi SQL trực tiếp, không chỉ thử hai nút trên cùng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hf_GD đọc view doanh thu và không được thực thi sp_DuyetYeuCauVi. Giải thích WITHOUT LOGIN và tài khoản kết nối dịch vụ.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index-benchmark.json. Nhấn mạnh đường quét bị ép làm baseline và thời gian một lần chạy chịu tác động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trực tiếp ứng dụng kết nối CSDL. Ảnh ở đây chỉ hỗ trợ phần trình bày, không thay thế demo theo yêu cầu học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vị trí log và giới hạn kiểm thử. Mở evidence/full-test.log nếu giảng viên cần đối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Tóm tắt trong 45 giây, chuyển sang vấn đáp. Mọi thành viên cần giải thích được phần phụ trách thực tế và liên hệ với toàn hệ thống.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NoiDung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NoiDung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NoiDung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NoiDung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NoiDung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TieuDe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NoiDung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HOMEFIX | Hệ quản trị cơ sở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Quản lý dịch vụ sửa chữa và bảo trì thiết bị tại nhà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Nhóm 08 · Lớp 261DBMS330284_02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GVHD: ThS. Phan Thị Thể</a:t>
            </a:r>
          </a:p>
        </p:txBody>
      </p:sp>
      <p:pic>
        <p:nvPicPr>
          <p:cNvPr id="5" name="Picture 4" descr="kh-hom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6126480" cy="4254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01 · Bài toán và phạm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Web trên trình duyệt máy tính, kết nối SQL Server thật.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Bảy vai trò: KH, KTV, ĐPV, CSKH, KT, QTV, GĐ.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Theo dõi từ đặt dịch vụ đến nghiệm thu, thu tiền và đối soát.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COD và chuyển khoản do kế toán xác minh; chưa tích hợp ngân hàng tự động.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02 · Kiến trúc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React hiển thị và nhận thao tác.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Express kiểm tra đầu vào, vai trò và quyền sở hữu.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SQL Server giữ dữ liệu, ràng buộc và giao dịch.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6126480" cy="4135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03 · Thiết kế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30 bảng; quan hệ có PK/FK.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Tách chứng từ theo phiên bản.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Tách yêu cầu chờ duyệt khỏi giao dịch đã ghi.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Giải thích snapshot lịch sử và số dư dẫn xuất.</a:t>
            </a:r>
          </a:p>
        </p:txBody>
      </p:sp>
      <p:pic>
        <p:nvPicPr>
          <p:cNvPr id="5" name="Picture 4" descr="erd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6126480" cy="4135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04 · Các đối tượng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7 trigger · 6 view · 7 thủ tục · 5 hàm · 7 VaiTro.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Ràng buộc miền giá trị và chỉ mục duy nhất có điều kiện.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Trigger xử lý tập dòng; sổ ví và biên nhận bất biến.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Ví dụ: không thu hai lần cùng đơn; không đánh giá khi chưa thanh toán.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05 · Năm giao dịch nghiệp vụ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1. Tạo đơn và lịch sử.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2. Chuyển trạng thái và nhật ký.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3. Đối soát COD/BANK và ghi sổ.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4. Duyệt nạp/rút ví.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5. Cập nhật hỗ trợ và lịch sử xử lý.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TRY…CATCH, XACT_ABORT, savepoint và rollback.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06 · Đồng thời và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Hai kết nối SQL cùng duyệt một yêu cầu ví: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1 lệnh thành công, 1 lệnh bị từ chối.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Chỉ 1 bút toán; ví tăng đúng 123 đồng.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Lỗi cưỡng bức khi ghi lịch sử: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• Đơn mới bị rollback; số đơn không tăng.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07 · Phân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VaiTro SQL tương ứng 7 vai trò ứng dụng.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GRANT quyền view/thủ tục; REVOKE quyền tạm; DENY đọc mật khẩu và sửa sổ.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Báo cáo gọi SP dưới EXECUTE AS và luôn REVERT.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Các tuyến còn lại kết hợp quyền API và quy tắc SQL; chưa có RLS toàn hệ thống.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08 · Minh chứng chỉ mục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50.000 dòng được tạo trong giao dịch đo.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Cùng truy vấn, cùng 50 kết quả.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Quét INDEX(0): 16.729 logical reads.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IX_DonHang_KhachHang: 2 logical reads.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Đo cục bộ có kiểm soát, không phải SLA.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09 · Luồng trình diễn ứng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Đặt dịch vụ → báo giá → phân công.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Tiến độ → vật tư → nghiệm thu.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Thanh toán → đối soát → báo cáo.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Thử thêm một thao tác sai quyền hoặc dùng phiên bản cũ.</a:t>
            </a:r>
          </a:p>
        </p:txBody>
      </p:sp>
      <p:pic>
        <p:nvPicPr>
          <p:cNvPr id="5" name="Picture 4" descr="kt-finance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6126480" cy="4254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10 · Kết quả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87/87 kiểm thử API và SQL đạt.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26 trang desktop thuộc 7 vai trò đạt kiểm tra.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16 thao tác luồng giao diện hoàn chỉnh đạt.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SQL tái tạo đã chạy được trên CSDL mới.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OTP kiểm thử qua bộ thay thế, không gửi thư thật.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42D39"/>
                </a:solidFill>
                <a:latin typeface="Arial"/>
              </a:defRPr>
            </a:pPr>
            <a:r>
              <a:t>11 · 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CSDL và ứng dụng thống nhất theo quy trình nghiệp vụ.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Tiếp tục thu hẹp quyền tài khoản dịch vụ, cải tiến khóa theo đối tượng.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Bổ sung phục hồi theo thời điểm, chính sách lưu ảnh và kiểm thử tải.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Phát triển ngân hàng tự động và chứng từ điều chỉnh.</a:t>
            </a:r>
          </a:p>
          <a:p>
            <a:pPr>
              <a:spcAft>
                <a:spcPts val="1400"/>
              </a:spcAft>
              <a:defRPr sz="2200" b="0">
                <a:solidFill>
                  <a:srgbClr val="3E4C55"/>
                </a:solidFill>
                <a:latin typeface="Arial"/>
              </a:defRPr>
            </a:pPr>
            <a:r>
              <a:t>Cảm ơn thầy cô và các bạn.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0F5241"/>
                </a:solidFill>
                <a:latin typeface="Arial"/>
              </a:defRPr>
            </a:pPr>
            <a:r>
              <a:t>NHÓM 08 · DBMS330284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99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0F5241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